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6459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57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Hired Before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that turns job hunting from a waiting game into a winning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329184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PITCH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seekers are fighting an uphill battle.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20040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100–1,000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per role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337560"/>
            <a:ext cx="1371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is nearly impossible — and most resumes never reach a human.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783080"/>
            <a:ext cx="73152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Rejection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resumes are silently filtered out before a recruiter ever sees them.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2459736"/>
            <a:ext cx="73152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459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734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apply blindly, sending the same resume to every job.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3136392"/>
            <a:ext cx="73152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136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Outreach 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don't know how to write emails that actually get replies.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813048"/>
            <a:ext cx="73152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813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Black Holes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4087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through job portals leads to weeks of silence.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MARKET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 solve only fragments.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MISSES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templates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ATS check, no job matching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Zety / Kickresume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outreach, no job-specific tailoring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Overcrowded, low reply rates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deliver an end-to-end, personalized, outreach-driven application — that's the gap.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engine that gets you hired.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resume builder. A job-getting engine.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828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71800"/>
            <a:ext cx="18288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that actually get past the filters.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971800"/>
            <a:ext cx="1828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971800"/>
            <a:ext cx="18288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tailored to the specific role.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971800"/>
            <a:ext cx="1828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971800"/>
            <a:ext cx="18288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emails that get recruiter replies.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971800"/>
            <a:ext cx="1828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971800"/>
            <a:ext cx="182880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jobs in 10 minutes — without losing quality.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CORE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pillars. One engine.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Builder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upload — AI optimizes for ATS.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92024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2103120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7832" y="2121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with line-level suggestions.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2103120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12664" y="2121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required skills, missing keywords.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1696" y="192024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4576" y="2103120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97496" y="2121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Generator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4576" y="26334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to job + resume, multiple tones.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8130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3685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Outreach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069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emails + tailored resume that drive recruiter replies — not just sends.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03720" y="3886200"/>
            <a:ext cx="16916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886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KEY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Outreach: get noticed, not buried.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743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Email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all. Jobearly does the rest.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3291840" y="2743200"/>
            <a:ext cx="365760" cy="594360"/>
          </a:xfrm>
          <a:prstGeom prst="rt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737360"/>
            <a:ext cx="4754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73736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8288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21214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this recruiter, this role — not a template.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651760"/>
            <a:ext cx="4754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65176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743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Subject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30358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to be opened, not skimmed past.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3566160"/>
            <a:ext cx="47548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356616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6576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Resume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39502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Re-targeted to the JD, keyword-aligned for ATS.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 isn't to send emails. It's to get replies.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resume to recruiter — in minutes.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build resume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1741932" y="1993392"/>
            <a:ext cx="109728" cy="164592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58568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8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47088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131820" y="1993392"/>
            <a:ext cx="109728" cy="164592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8456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6976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ATS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improvements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521708" y="1993392"/>
            <a:ext cx="109728" cy="164592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38344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26864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11596" y="1993392"/>
            <a:ext cx="109728" cy="164592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16752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email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301484" y="1993392"/>
            <a:ext cx="109728" cy="164592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1828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06640" y="2468880"/>
            <a:ext cx="12801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6060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directly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10 jobs in 10 minutes — fully personalized, every time.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WHY OUTREACH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portals are full. Inboxes aren't.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competing applicants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filters before human eyes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at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silence after submit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83080"/>
            <a:ext cx="40233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contact with the recruiter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ATS — straight to inbox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337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for the role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794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replied to, remembered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"Don't just apply. Get noticed."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TARGET AUDIENCE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Jobearly is built for.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6060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&amp; Students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a brutal job market with no template for outreach.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78308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011680"/>
            <a:ext cx="640080" cy="6400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7472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Switchers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for better roles — limited time, high stakes.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willingness to pay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7830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01168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Professionals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multiple roles in parallel, every week.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MONETIZATION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start. Pro to win.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resume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ATS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outreach emails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657600" cy="29260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9164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₹299–599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resumes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ATS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outreach + cover letters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trends converging in our favor.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3108960"/>
            <a:ext cx="411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of layoffs and entries amplifies the pool of active job seekers.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Brutal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COMPETITION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3108960"/>
            <a:ext cx="41148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applicants per role than ever — old strategies aren't working.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3504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ADOPTION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3108960"/>
            <a:ext cx="4114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and recruiters both expect AI in the workflow now.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Content-led organic growth.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&amp;
</a:t>
            </a:r>
            <a:pPr indent="0" marL="0">
              <a:lnSpc>
                <a:spcPct val="100000"/>
              </a:lnSpc>
              <a:buNone/>
            </a:pPr>
            <a:r>
              <a:rPr lang="en-US" sz="26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Short-Form Video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authority through pain-point content. Convert when intent is highest.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19456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194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945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your resume gets rejected"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78892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788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788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actually get HR replies"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38328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83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3832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email that got me 3 interviews in a week"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977640"/>
            <a:ext cx="3840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9776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977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39776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ATS keywords nobody talks about"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9184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become the go-to AI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helps people get hired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and smarter.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job search from a waiting game into a winning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THE HONEST ASSESSMENT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HONEST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is more crowded than it looks.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240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+ tracker + AI match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286000"/>
            <a:ext cx="13716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51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551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tracking + resume tailoring + AI cover letters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596896"/>
            <a:ext cx="13716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96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62072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62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8620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+ Chrome extension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907792"/>
            <a:ext cx="13716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907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(distribution)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72968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72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1729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AI outreach + resume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218688"/>
            <a:ext cx="13716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218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83864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838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4838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builder with ATS scoring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529584"/>
            <a:ext cx="13716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5295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794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LoopCV / LazyApply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3794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bulk applications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3840480"/>
            <a:ext cx="13716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840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105656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056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31720" y="41056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scoring (10+ years)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4151376"/>
            <a:ext cx="137160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151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(category)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"No one does end-to-end" isn't accurate. Winning requires specific differentiation, not just bundling.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HONEST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pitch is weaker than it looks.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1226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scoring is a commodity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2585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 and every modern resume tool already offer it. Table stakes, not a feature.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92024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1226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moat decays with adoption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22585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uses AI emails, recruiter inboxes flood and reply rates collapse in 12–18 months.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8094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email sourcing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1272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bring the email. The real moat is owned by data companies — Apollo, Hunter, Lusha.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89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78892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98094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Job-tool churn is brutal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31272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subscribe when hunting, cancel when hired. Category churn often 30–40% monthly.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5760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384962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3721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at ₹299–599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"Unlimited" GPT-class calls can cost ₹200–400/month per heavy user. Margins compress fast.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65760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65760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849624"/>
            <a:ext cx="365760" cy="36576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49240" y="3721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Reply-rate claims need proof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9959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language won't hold. Instrument sent emails and replies — publish real numbers.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HONEST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failure modes we must plan for.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39112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39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+ cover letter generation is trending toward free.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87752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87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Naukri / Indeed could ship native AI tailoring and absorb the standalone market.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136392"/>
            <a:ext cx="6400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36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Data-Layer Risk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490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recruiter contact data, we depend on user effort and external tools.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685032"/>
            <a:ext cx="64008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685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Risk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“ATS optimization” is partially myth; as that becomes public, category trust erodes.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1480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233672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233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17320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Risk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4904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Chrome extension, no automation, no integrations — competitors already ship these.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HOW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moats. We need at least one.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09728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39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license verified recruiter contacts and hiring patterns. This is what makes outreach work at scale.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74520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039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623560" y="2075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Moat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on LinkedIn, Naukri, Indeed — one-click tailoring from the job page itself.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192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355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Community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useful free tool that reaches 100K+ users via Instagram, then upsells.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154680"/>
            <a:ext cx="109728" cy="11887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192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3355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Moat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 email + reply. Publish “users get X% more replies” — backed by real data, not claims.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single unlock: Chrome extension + recruiter contact data layer.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that help you build a resume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where the hard part begins.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Jobearly is the first AI system that doesn't just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you to apply — it gets you replied to.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 real outcome metric (e.g. "3.2× average reply rate") — that's what makes the positioning defensible.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INTERNAL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really betting 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Sellable today?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783080"/>
            <a:ext cx="10972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470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16712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category willingness to pay. Organic Instagram can plausibly take Jobearly to ₹1–5L MRR as a focused SaaS.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Breakout potential?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2743200"/>
            <a:ext cx="10972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80720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12724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at least one of the four moats. Feature parity alone won't win in a market this crowded.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27432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 single unlock?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91840" y="370332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703320"/>
            <a:ext cx="109728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7673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+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08736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+ recruiter contact data layer. Everything else is a wrapper around GPT.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84048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smarter.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hired faster.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Jobearly · Stakeholder Pitch ·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Jobearly — Stakeholder Pitch</dc:title>
  <dc:subject>PptxGenJS Presentation</dc:subject>
  <dc:creator>Jobearly</dc:creator>
  <cp:lastModifiedBy>Jobearly</cp:lastModifiedBy>
  <cp:revision>1</cp:revision>
  <dcterms:created xsi:type="dcterms:W3CDTF">2026-04-27T06:40:45Z</dcterms:created>
  <dcterms:modified xsi:type="dcterms:W3CDTF">2026-04-27T06:40:45Z</dcterms:modified>
</cp:coreProperties>
</file>